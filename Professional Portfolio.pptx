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E356A2-D653-4353-86A1-85E36068074E}">
  <a:tblStyle styleId="{E9E356A2-D653-4353-86A1-85E3606807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30379" y="2659409"/>
            <a:ext cx="9931241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Kendre </a:t>
            </a:r>
            <a:r>
              <a:rPr b="1" i="0" lang="en-US" sz="54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Sangmeahwar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Waman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57487" y="3604170"/>
            <a:ext cx="6677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BCA Graduate | Full Stack Developer | Professional Showcase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65065"/>
            <a:ext cx="9525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650694" y="3007965"/>
            <a:ext cx="489061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PROFILE &amp; VISION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43225" y="3884265"/>
            <a:ext cx="6305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the future through clean code and strategic logic.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38422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Passion for Development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774751"/>
            <a:ext cx="528637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 am a highly motivated BCA graduate with a deep-seated passion for web development and software engineering. Based in Pune, I specialize in crafting innovative digital solutions that bridge the gap between complex logic and seamless user experience.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431765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My academic success and project experience demonstrate a commitment to excellence and a continuous desire to evolve in the fast-paced tech industry.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1962150"/>
            <a:ext cx="2514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ABOUT ME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5619750" y="2665065"/>
            <a:ext cx="9525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025616" y="3007965"/>
            <a:ext cx="61407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COMPETENCIES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952750" y="3884265"/>
            <a:ext cx="6286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toolkit spanning full-stack technologies.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4144"/>
            <a:ext cx="349240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04144"/>
            <a:ext cx="3492549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04144"/>
            <a:ext cx="349240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94669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894241" y="319474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 Architecture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962025" y="3832919"/>
            <a:ext cx="2711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Mastery in HTML5, CSS3, and JavaScript (ES6+). Proficient in Bootstrap and jQuery for responsive design.</a:t>
            </a:r>
            <a:endParaRPr/>
          </a:p>
        </p:txBody>
      </p:sp>
      <p:pic>
        <p:nvPicPr>
          <p:cNvPr descr="image.png" id="126" name="Google Shape;12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594669"/>
            <a:ext cx="27114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4672388" y="319474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Full Stack Logic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740175" y="3832919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Developing robust applications using the MERN stack. Expertise in PHP for backend scripting and API integration.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2594669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8450691" y="319474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Software Languages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18475" y="3832919"/>
            <a:ext cx="2711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programming expertise in Java and Python, focused on object-oriented principles and algorithm design.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TECHNICAL SKILLS: WEB &amp; FRAMEWORKS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4144"/>
            <a:ext cx="349240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04144"/>
            <a:ext cx="3492549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04144"/>
            <a:ext cx="349240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94669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894241" y="319474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Database Systems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62025" y="3832919"/>
            <a:ext cx="2711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knowledge of MySQL for relational data and Redis for high-performance caching strategies.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594669"/>
            <a:ext cx="27114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672388" y="319474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Version Control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740175" y="3832919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Expertise in Git and GitHub for collaborative development, code maintenance, and continuous deployment.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2594669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450691" y="3194744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Networking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18475" y="3832919"/>
            <a:ext cx="2711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Solid foundation in Computer Networking principles, ensuring secure and efficient application connectivity.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DATA MANAGEMENT &amp; DEVOPS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5619750" y="2665065"/>
            <a:ext cx="952500" cy="571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2990611" y="3007965"/>
            <a:ext cx="62107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EXCELLENCE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2767012" y="3884265"/>
            <a:ext cx="6657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Translating academic knowledge into real-world applications.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762000" y="571500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BANK MANAGEMENT APP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71500" y="1409700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Fintech System Development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1800225"/>
            <a:ext cx="5524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Duration: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Dec 2024 - Jan 2025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2417415"/>
            <a:ext cx="5524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Developed a comprehensive Bank Management Web Application for my college final year project. The system manages three distinct account tiers: Savings, Current, and Premium.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57250" y="35631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52500" y="3564135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 Authentication: Secure registration and login modules.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57250" y="383747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952500" y="3838426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Integrity: MySQL database integration for persistent storage.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57250" y="43860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52500" y="4387006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Stack: HTML, CSS, JavaScript, and PHP.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71500" y="461575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Consistently maintaining high performance standards across all educational levels.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ACADEMIC ACHIEVEMENT OVERVIEW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571500" y="402624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488632" y="3740497"/>
            <a:ext cx="34804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2020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4188172"/>
            <a:ext cx="3314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 X Completion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Maharashtra Board (89.4%)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355782" y="3740497"/>
            <a:ext cx="34804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2022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4438650" y="4188172"/>
            <a:ext cx="3314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 XII Completion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Maharashtra Board (76.17%)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8222932" y="3740497"/>
            <a:ext cx="34804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2024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8305800" y="4188172"/>
            <a:ext cx="3314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BCA Graduation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SRTMU University (8.75%)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EDUCATIONAL MILESTONES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114550" y="342617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 cap="flat" cmpd="sng" w="38100">
            <a:solidFill>
              <a:srgbClr val="0B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981700" y="342617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 cap="flat" cmpd="sng" w="38100">
            <a:solidFill>
              <a:srgbClr val="0B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9848850" y="342617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 cap="flat" cmpd="sng" w="38100">
            <a:solidFill>
              <a:srgbClr val="0B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>
            <a:off x="571500" y="2357437"/>
            <a:ext cx="11049000" cy="29813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23"/>
          <p:cNvGraphicFramePr/>
          <p:nvPr/>
        </p:nvGraphicFramePr>
        <p:xfrm>
          <a:off x="571500" y="2357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{E9E356A2-D653-4353-86A1-85E36068074E}</a:tableStyleId>
              </a:tblPr>
              <a:tblGrid>
                <a:gridCol w="5136050"/>
                <a:gridCol w="3438375"/>
                <a:gridCol w="2474575"/>
              </a:tblGrid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Credential / Achievement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Issuer /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Engineering Job Simulation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Advanced Simulation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Complete Web Development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 Tech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Certified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Bachelor of Computer Applications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College Honor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College Topper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School Academic Ranking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SSC Achievement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 10 in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3"/>
          <p:cNvSpPr/>
          <p:nvPr/>
        </p:nvSpPr>
        <p:spPr>
          <a:xfrm>
            <a:off x="571500" y="2962275"/>
            <a:ext cx="51360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07558" y="2962275"/>
            <a:ext cx="3438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9145934" y="2962275"/>
            <a:ext cx="24745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3552825"/>
            <a:ext cx="51360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07558" y="3552825"/>
            <a:ext cx="3438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9145934" y="3552825"/>
            <a:ext cx="24745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1500" y="4143375"/>
            <a:ext cx="51360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707558" y="4143375"/>
            <a:ext cx="3438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9145934" y="4143375"/>
            <a:ext cx="24745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71500" y="4733925"/>
            <a:ext cx="51360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707558" y="4733925"/>
            <a:ext cx="3438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9145934" y="4733925"/>
            <a:ext cx="24745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71500" y="5324475"/>
            <a:ext cx="51360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707558" y="5324475"/>
            <a:ext cx="3438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9145934" y="5324475"/>
            <a:ext cx="24745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CERTIFICATIONS &amp; HONORS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3710701" y="1263104"/>
            <a:ext cx="477059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Let's </a:t>
            </a:r>
            <a:r>
              <a:rPr b="1" i="0" lang="en-US" sz="6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Connect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3314700" y="2291804"/>
            <a:ext cx="5562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Reach out to discuss opportunities or collaboration.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219700" y="3533775"/>
            <a:ext cx="1752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+91-8767824307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4510087" y="4341465"/>
            <a:ext cx="3171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kendresangamwaman@gmail.com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157787" y="5149155"/>
            <a:ext cx="18764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Pune, Maharashtra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9700" y="35814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0087" y="438909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7787" y="5196780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571500" y="30680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175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32109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https://www.architectandinteriorsindia.com/cloud/2024/11/27/OXR6tjR8-Birla-Soft-ED-24-1200x800.jpg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34566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www.architectandinteriorsindia.com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39957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https://titanui.com/wp-content/uploads/2020/09/25/Clean-Banking-Dashboard-Template-For-Figma-1.jpg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42414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www.titanui.com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